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8" r:id="rId11"/>
    <p:sldId id="506" r:id="rId12"/>
    <p:sldId id="507" r:id="rId13"/>
    <p:sldId id="269" r:id="rId14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7" autoAdjust="0"/>
    <p:restoredTop sz="94660"/>
  </p:normalViewPr>
  <p:slideViewPr>
    <p:cSldViewPr>
      <p:cViewPr>
        <p:scale>
          <a:sx n="66" d="100"/>
          <a:sy n="66" d="100"/>
        </p:scale>
        <p:origin x="864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04040" cy="6785992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496" y="218074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Presentation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91393"/>
              </p:ext>
            </p:extLst>
          </p:nvPr>
        </p:nvGraphicFramePr>
        <p:xfrm>
          <a:off x="1043608" y="3086002"/>
          <a:ext cx="7704856" cy="2559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428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852428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4081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And Contributions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678081">
                <a:tc>
                  <a:txBody>
                    <a:bodyPr/>
                    <a:lstStyle/>
                    <a:p>
                      <a:r>
                        <a:rPr lang="en-US" dirty="0"/>
                        <a:t>              2401010025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        2401010102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Nakul Arora (Model Training)</a:t>
                      </a:r>
                    </a:p>
                    <a:p>
                      <a:r>
                        <a:rPr lang="en-US" dirty="0"/>
                        <a:t>Vansh Tanwar (Model Accuracy)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678081">
                <a:tc>
                  <a:txBody>
                    <a:bodyPr/>
                    <a:lstStyle/>
                    <a:p>
                      <a:r>
                        <a:rPr lang="en-US" dirty="0"/>
                        <a:t>              2401010099</a:t>
                      </a:r>
                    </a:p>
                    <a:p>
                      <a:r>
                        <a:rPr lang="en-US" dirty="0"/>
                        <a:t>              2401010104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Utkarsh Singh (Dataset Cleaning)</a:t>
                      </a:r>
                    </a:p>
                    <a:p>
                      <a:r>
                        <a:rPr lang="en-US" dirty="0"/>
                        <a:t>Rahul Kumar ( Built User Interface)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4081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        2401010092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Vivek Mandal (API Link)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87475">
                <a:tc>
                  <a:txBody>
                    <a:bodyPr/>
                    <a:lstStyle/>
                    <a:p>
                      <a:r>
                        <a:rPr lang="en-US" dirty="0"/>
                        <a:t>              2401010053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Faiz Khan (Collect Dataset)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344047" y="1207797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u="sng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T</a:t>
            </a:r>
            <a:r>
              <a:rPr lang="en-IN" sz="4000" b="1" u="sng" dirty="0" err="1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raffic</a:t>
            </a:r>
            <a:r>
              <a:rPr lang="en-IN" sz="4000" b="1" u="sng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Sense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DR. REENU MA’AM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E4E1B-A1D8-D0F7-1423-FDA8263BE7B9}"/>
              </a:ext>
            </a:extLst>
          </p:cNvPr>
          <p:cNvSpPr txBox="1"/>
          <p:nvPr/>
        </p:nvSpPr>
        <p:spPr>
          <a:xfrm>
            <a:off x="0" y="1061448"/>
            <a:ext cx="84604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 err="1"/>
              <a:t>TrafficSense</a:t>
            </a:r>
            <a:r>
              <a:rPr lang="en-US" sz="2000" dirty="0"/>
              <a:t> AI is an intelligent system designed to predict traffic congestion levels using Machine Learning.</a:t>
            </a:r>
          </a:p>
          <a:p>
            <a:pPr>
              <a:buNone/>
            </a:pPr>
            <a:r>
              <a:rPr lang="en-US" sz="2000" dirty="0"/>
              <a:t>It uses a </a:t>
            </a:r>
            <a:r>
              <a:rPr lang="en-US" sz="2000" b="1" dirty="0"/>
              <a:t>Random Forest Classifier</a:t>
            </a:r>
            <a:r>
              <a:rPr lang="en-US" sz="2000" dirty="0"/>
              <a:t> to analyze: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Time of 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Day of week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Vehicle counts</a:t>
            </a:r>
          </a:p>
          <a:p>
            <a:pPr>
              <a:buNone/>
            </a:pPr>
            <a:r>
              <a:rPr lang="en-US" sz="2000" dirty="0"/>
              <a:t>The system also 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Interactive web interface (</a:t>
            </a:r>
            <a:r>
              <a:rPr lang="en-US" sz="2000" dirty="0" err="1"/>
              <a:t>Streamlit</a:t>
            </a:r>
            <a:r>
              <a:rPr lang="en-US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Real-time route visualization using OpenStreetMap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AF0E71-9980-72F0-46B6-325E38CFD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802" y="2780928"/>
            <a:ext cx="5480778" cy="387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8117CC-9645-D86D-87B0-41CFDF560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3429000"/>
            <a:ext cx="9180512" cy="28803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9DE00D-6444-06FD-4751-76AD837E7D2F}"/>
              </a:ext>
            </a:extLst>
          </p:cNvPr>
          <p:cNvSpPr txBox="1"/>
          <p:nvPr/>
        </p:nvSpPr>
        <p:spPr>
          <a:xfrm>
            <a:off x="2241664" y="2847459"/>
            <a:ext cx="469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7DC74-82B8-25C2-C5F3-3A16D9272892}"/>
              </a:ext>
            </a:extLst>
          </p:cNvPr>
          <p:cNvSpPr txBox="1"/>
          <p:nvPr/>
        </p:nvSpPr>
        <p:spPr>
          <a:xfrm>
            <a:off x="179512" y="1386528"/>
            <a:ext cx="70567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Predict traffic congestion levels accurately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Enable route visualization on maps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Support smart city traffic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 travel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58C462A-32CC-4EAC-93B3-B5745FCD4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16" y="1039376"/>
            <a:ext cx="1126874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🚗 Traffic prediction using 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🕒 96 time slots (15-minute intervals)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📅 Day &amp; date-based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🚦 Multi-vehicle input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🗺️ Route visualization using Folium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📍 Geocoding (address → coordinates)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Interactive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8AD49A-8AC5-51BA-0E8E-E33C8955E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3717032"/>
            <a:ext cx="8784976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39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B65B60-C5AC-7EA7-24DA-3AA7660F0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1700096"/>
            <a:ext cx="4824536" cy="44515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4C7364-7959-9BB5-A240-9A736B8B9CB0}"/>
              </a:ext>
            </a:extLst>
          </p:cNvPr>
          <p:cNvSpPr txBox="1"/>
          <p:nvPr/>
        </p:nvSpPr>
        <p:spPr>
          <a:xfrm>
            <a:off x="5183559" y="1700096"/>
            <a:ext cx="396043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Smart city traffic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Route planning &amp;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Logistics &amp; delivery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Urban infrastructure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Congestion forecasting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6E895-9FA8-64F9-4651-0D9FF1392D02}"/>
              </a:ext>
            </a:extLst>
          </p:cNvPr>
          <p:cNvSpPr txBox="1"/>
          <p:nvPr/>
        </p:nvSpPr>
        <p:spPr>
          <a:xfrm>
            <a:off x="467544" y="1559982"/>
            <a:ext cx="646937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User Input  </a:t>
            </a:r>
          </a:p>
          <a:p>
            <a:r>
              <a:rPr lang="en-IN" sz="2800" b="1" dirty="0"/>
              <a:t>↓  </a:t>
            </a:r>
          </a:p>
          <a:p>
            <a:r>
              <a:rPr lang="en-IN" sz="2800" b="1" dirty="0"/>
              <a:t>Data Encoding  </a:t>
            </a:r>
          </a:p>
          <a:p>
            <a:r>
              <a:rPr lang="en-IN" sz="2800" b="1" dirty="0"/>
              <a:t>↓  </a:t>
            </a:r>
          </a:p>
          <a:p>
            <a:r>
              <a:rPr lang="en-IN" sz="2800" b="1" dirty="0"/>
              <a:t>Random Forest Prediction  </a:t>
            </a:r>
          </a:p>
          <a:p>
            <a:r>
              <a:rPr lang="en-IN" sz="2800" b="1" dirty="0"/>
              <a:t>↓  </a:t>
            </a:r>
          </a:p>
          <a:p>
            <a:r>
              <a:rPr lang="en-IN" sz="2800" b="1" dirty="0"/>
              <a:t>Route Fetch (OSRM API)  </a:t>
            </a:r>
          </a:p>
          <a:p>
            <a:r>
              <a:rPr lang="en-IN" sz="2800" b="1" dirty="0"/>
              <a:t>↓  </a:t>
            </a:r>
          </a:p>
          <a:p>
            <a:r>
              <a:rPr lang="en-IN" sz="2800" b="1" dirty="0"/>
              <a:t>Map Visualization (OpenStreetMap + Folium)</a:t>
            </a: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458D72-91EC-F80C-955D-30DD00E5A7D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9024" y="1712069"/>
            <a:ext cx="878497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traffic_dataset.csv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 NumPy, Scikit-learn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APIs: OpenStreetMap + OSRM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Storage: Pickle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5" y="11663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EB534-9126-5A73-BBE0-4589136075D3}"/>
              </a:ext>
            </a:extLst>
          </p:cNvPr>
          <p:cNvSpPr txBox="1"/>
          <p:nvPr/>
        </p:nvSpPr>
        <p:spPr>
          <a:xfrm>
            <a:off x="72008" y="313487"/>
            <a:ext cx="88924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E33BC-19C1-3675-8324-95785F9276B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9512" y="1561790"/>
            <a:ext cx="896448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from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(remove null &amp; duplicates)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selection (time, vehicles, date)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splitting (80% training, 20% testing)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 using 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using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2AA4E9-6CA7-EA84-1155-C1113B18C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53" y="6165304"/>
            <a:ext cx="2408129" cy="347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D1F0FF-424C-1AA9-ACB6-FBAD807C510A}"/>
              </a:ext>
            </a:extLst>
          </p:cNvPr>
          <p:cNvSpPr txBox="1"/>
          <p:nvPr/>
        </p:nvSpPr>
        <p:spPr>
          <a:xfrm>
            <a:off x="296653" y="345194"/>
            <a:ext cx="656134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Machine Learning Model</a:t>
            </a:r>
          </a:p>
          <a:p>
            <a:pPr>
              <a:buNone/>
            </a:pPr>
            <a:r>
              <a:rPr lang="en-IN" sz="2800" b="1" dirty="0"/>
              <a:t>Algorithm: Random Forest Classifier</a:t>
            </a:r>
            <a:endParaRPr lang="en-IN" sz="2800" dirty="0"/>
          </a:p>
          <a:p>
            <a:pPr>
              <a:buNone/>
            </a:pPr>
            <a:r>
              <a:rPr lang="en-IN" sz="2800" dirty="0"/>
              <a:t>Reasons for selection: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Works well with structured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High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Reduces overfitting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Easy to interpret</a:t>
            </a:r>
          </a:p>
          <a:p>
            <a:pPr>
              <a:buNone/>
            </a:pPr>
            <a:r>
              <a:rPr lang="en-IN" sz="2800" b="1" dirty="0"/>
              <a:t>Output Classes: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🟢 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🟡 Medium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🔴 Very High</a:t>
            </a:r>
          </a:p>
        </p:txBody>
      </p:sp>
    </p:spTree>
    <p:extLst>
      <p:ext uri="{BB962C8B-B14F-4D97-AF65-F5344CB8AC3E}">
        <p14:creationId xmlns:p14="http://schemas.microsoft.com/office/powerpoint/2010/main" val="1857811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0BAEC-D2E8-995E-6831-9F750DE37137}"/>
              </a:ext>
            </a:extLst>
          </p:cNvPr>
          <p:cNvSpPr txBox="1"/>
          <p:nvPr/>
        </p:nvSpPr>
        <p:spPr>
          <a:xfrm>
            <a:off x="251520" y="1556792"/>
            <a:ext cx="6685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Accurate congestion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Better route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Reduced travel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Improved traffic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Supports smart city initiatives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C42AB-18CA-0963-DBE1-ABF7FDD5C215}"/>
              </a:ext>
            </a:extLst>
          </p:cNvPr>
          <p:cNvSpPr txBox="1"/>
          <p:nvPr/>
        </p:nvSpPr>
        <p:spPr>
          <a:xfrm>
            <a:off x="179512" y="1274263"/>
            <a:ext cx="8208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Phases of the project with estimated timeframes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Flow chart or simple timeline format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E53DF-D550-E146-173E-037B45C2ABAE}"/>
              </a:ext>
            </a:extLst>
          </p:cNvPr>
          <p:cNvSpPr txBox="1"/>
          <p:nvPr/>
        </p:nvSpPr>
        <p:spPr>
          <a:xfrm>
            <a:off x="179512" y="2390978"/>
            <a:ext cx="83529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Week 1–2 : Planning &amp; Data Collection</a:t>
            </a:r>
          </a:p>
          <a:p>
            <a:r>
              <a:rPr lang="en-US" sz="2400" dirty="0"/>
              <a:t>Week 3–4 : Data Cleaning &amp; Analysis</a:t>
            </a:r>
          </a:p>
          <a:p>
            <a:r>
              <a:rPr lang="en-US" sz="2400" dirty="0"/>
              <a:t>Week 5–6 : Feature Selection &amp; Model Training</a:t>
            </a:r>
          </a:p>
          <a:p>
            <a:r>
              <a:rPr lang="en-US" sz="2400" dirty="0"/>
              <a:t>Week 7–8 : Evaluation &amp; Deployment</a:t>
            </a:r>
          </a:p>
          <a:p>
            <a:r>
              <a:rPr lang="en-US" sz="2400" dirty="0"/>
              <a:t>Week 9–10: UI Development &amp;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6163</TotalTime>
  <Words>485</Words>
  <Application>Microsoft Office PowerPoint</Application>
  <PresentationFormat>On-screen Show (4:3)</PresentationFormat>
  <Paragraphs>130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Utkarsh Singh</cp:lastModifiedBy>
  <cp:revision>314</cp:revision>
  <cp:lastPrinted>2022-09-05T08:43:44Z</cp:lastPrinted>
  <dcterms:created xsi:type="dcterms:W3CDTF">2020-01-16T09:05:56Z</dcterms:created>
  <dcterms:modified xsi:type="dcterms:W3CDTF">2026-03-18T05:14:53Z</dcterms:modified>
</cp:coreProperties>
</file>